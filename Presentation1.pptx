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1" r:id="rId2"/>
    <p:sldId id="257" r:id="rId3"/>
    <p:sldId id="260" r:id="rId4"/>
    <p:sldId id="256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D7AA494-3E7E-4D49-BBA1-7FC605598263}">
          <p14:sldIdLst>
            <p14:sldId id="261"/>
          </p14:sldIdLst>
        </p14:section>
        <p14:section name="Summary Section" id="{505B3EC2-4CD4-45F4-BAD4-CA376A7DEBBE}">
          <p14:sldIdLst/>
        </p14:section>
        <p14:section name="Loren no sulfer ajj lo iop poi koi yej koi jusjs j hd ius eiih ksh gdch sshus dhuhua uhuihd iiuhs huhdg skjh iudh uahdud dhdd iuhiudh dihduihdu ddu dh dhuidhd idc dcdhd cd dhd  dh d dw d dwhcuiduu chdw dwc dwchud wcdc udcydyc duc dcdcdy" id="{20397D0B-0176-45EE-9BB9-5B4521B437DB}">
          <p14:sldIdLst>
            <p14:sldId id="257"/>
            <p14:sldId id="260"/>
            <p14:sldId id="256"/>
          </p14:sldIdLst>
        </p14:section>
        <p14:section name="Loren no sulfer ajj lo iop poi koi yej koi jusjs j hd ius eiih ksh gdch sshus dhuhua uhuihd iiuhs huhdg skjh iudh uahdud dhdd iuhiudh dihduihdu ddu dh dhuidhd idc dcdhd cd dhd  dh d dw d dwhcuiduu chdw dwc dwchud wcdc udcydyc duc dcdcdy" id="{10ED0350-3D34-4B07-973D-6F6EE0E8A437}">
          <p14:sldIdLst/>
        </p14:section>
        <p14:section name="Loren no sulfer ajj lo iop poi koi yej koi jusjs j hd ius eiih ksh gdch sshus dhuhua uhuihd iiuhs huhdg skjh iudh uahdud dhdd iuhiudh dihduihdu ddu dh dhuidhd idc dcdhd cd dhd  dh d dw d dwhcuiduu chdw dwc dwchud wcdc udcydyc duc dcdcdy" id="{D6D8AA14-BAEC-4CB0-834F-C6ED9FBD624E}">
          <p14:sldIdLst>
            <p14:sldId id="259"/>
          </p14:sldIdLst>
        </p14:section>
        <p14:section name="Loren no sulfer ajj lo iop poi koi yej koi jusjs j hd ius eiih ksh gdch sshus dhuhua uhuihd iiuhs huhdg skjh iudh uahdud dhdd iuhiudh dihduihdu ddu dh dhuidhd idc dcdhd cd dhd  dh d dw d dwhcuiduu chdw dwc dwchud wcdc udcydyc duc dcdcdy" id="{5858A07E-5D1E-464A-99CE-7797B5FC32C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BBB"/>
    <a:srgbClr val="FF3300"/>
    <a:srgbClr val="D6C700"/>
    <a:srgbClr val="262626"/>
    <a:srgbClr val="D5D501"/>
    <a:srgbClr val="76390F"/>
    <a:srgbClr val="E0E020"/>
    <a:srgbClr val="6666FF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 autoAdjust="0"/>
  </p:normalViewPr>
  <p:slideViewPr>
    <p:cSldViewPr snapToGrid="0">
      <p:cViewPr varScale="1">
        <p:scale>
          <a:sx n="58" d="100"/>
          <a:sy n="58" d="100"/>
        </p:scale>
        <p:origin x="988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7" d="100"/>
          <a:sy n="47" d="100"/>
        </p:scale>
        <p:origin x="2784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139BA-1F9E-45BC-9FF4-B1D159CC782F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E3A0F9-8B8C-4F0D-98AD-389F1AA1D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2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E3A0F9-8B8C-4F0D-98AD-389F1AA1D0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70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1E025-5EB1-4B0B-3FDD-E4909B826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14A1C-6D96-0638-FC7E-A1B8827A7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D2401-4F85-FE2C-E734-41E3CB531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9B5B4-43FF-417C-A51B-9BB47A2565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FEB3B-C4DD-38C1-38C4-C22340B41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3ABFC-C99D-1E1B-3ABF-26D0C6EFD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39A2B-7939-4E88-B803-61CDF8C8D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70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BF27E-25B5-030D-689D-CE71E336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8C390-C521-C403-CD48-200514111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C707F-DD7B-5D98-ABE8-1A3C03273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9B5B4-43FF-417C-A51B-9BB47A2565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E6D01-6441-9DF7-722B-65EEB291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410E3-4799-7E68-DB59-7D0459AE2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39A2B-7939-4E88-B803-61CDF8C8D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99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49B69-21EF-1578-F9EA-2EF9B355A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C6814-1C87-439E-1974-F9A7410BE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B78E4-1883-DABC-AB51-DDE806C27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9B5B4-43FF-417C-A51B-9BB47A2565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FA43F-5DD9-7A81-6CC4-32A7489A9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D79AD-57D9-21FF-4EF1-74245E5D9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39A2B-7939-4E88-B803-61CDF8C8D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509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F0D09-409E-4133-9BF0-8D1ECB8FF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B7A93-89DD-D3A0-262A-3457E407A4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CF462-232E-2B33-A9EC-C3D07144A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2E628-CC6D-848A-0B45-0B45CE66C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9B5B4-43FF-417C-A51B-9BB47A2565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4EF7C5-2484-E927-88DE-87C8053F9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AC2BA-5F76-24B1-DED7-5466D9A2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39A2B-7939-4E88-B803-61CDF8C8D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5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6F16-B15D-70AB-24AC-4C9F5CDF8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C3231-B9E1-E1C3-4209-BE88E9AAD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729F72-9596-384E-D5FC-E875574FE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FDEA56-102A-0BB8-ACAD-D99BBA33E2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831C82-AAFC-0581-77F7-FC466A56F0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0B3C22-86F9-B845-7B82-1200F2D09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9B5B4-43FF-417C-A51B-9BB47A2565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0894A2-D746-C108-F1AF-C8EC4B39C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BEBD58-D043-98B4-FEDE-170DC6924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39A2B-7939-4E88-B803-61CDF8C8D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841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F9538-461E-3FE7-688D-2FA88F01A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1D5E5B-127B-9041-375B-2B57E35B2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9B5B4-43FF-417C-A51B-9BB47A2565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81A215-3ECC-A82A-8020-6AF4AB089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1F47E1-E249-91F6-1DBB-3370ACDB2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39A2B-7939-4E88-B803-61CDF8C8D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09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EC8A5E-4D9C-27EA-B1CA-AB8B608AA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9B5B4-43FF-417C-A51B-9BB47A2565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B3D0CA-40E6-8AA2-474C-562006CE9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3C281-37A3-3F7F-8D80-8A5D82C0D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39A2B-7939-4E88-B803-61CDF8C8D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44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BF963-8712-92A5-36CD-3C92183A1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154D3-31C6-FFA9-68BE-588F0CCDB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6385AA-7244-60F0-1372-4BBD048AC0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013CD-3658-50F4-C82B-FA3CC40F6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9B5B4-43FF-417C-A51B-9BB47A2565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F0B055-190D-8AE1-F715-96D5A0798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78AF4-5CB4-4182-4199-82F4ACAA7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39A2B-7939-4E88-B803-61CDF8C8D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29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1E6F9-BE72-7987-A962-E0C087F29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A2F971-58A4-0786-ED2A-89F4C376C1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8B3D2-B43C-7270-DF0C-329B1FDD1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A5A75-B4B0-84FA-DAF1-19F8297EB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9B5B4-43FF-417C-A51B-9BB47A2565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A0271-D763-3D2B-9874-8920FA350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383FA5-200B-AA82-8430-3CC4D5F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39A2B-7939-4E88-B803-61CDF8C8D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306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DC8AA-8BA8-4C77-CC79-F6E9FD22E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4964B8-434A-9634-68BB-F404C2D25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5B463-4012-27FB-EFD6-3D42E9ABC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9B5B4-43FF-417C-A51B-9BB47A2565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4DC67-C3DF-4D09-1D00-D639BD0AC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06702-1F6C-3883-E74B-6B61D672E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39A2B-7939-4E88-B803-61CDF8C8D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42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BF5C49-14AC-4E9F-9AFC-923373DB91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6BB323-FD98-B39A-846B-AF2D74763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99FF4-C500-7ED4-2146-091EA2A79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9B5B4-43FF-417C-A51B-9BB47A2565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881B7-6B5F-7620-A492-798B0254D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6C4D3-B943-B935-F471-963AC1B43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39A2B-7939-4E88-B803-61CDF8C8D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48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A0BA7C-FF84-29AD-0E37-FAA15154A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44D32-B854-6D91-8086-5EA13FC89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27C46-EB19-A506-B46D-3DD01AFD20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9B5B4-43FF-417C-A51B-9BB47A2565C4}" type="datetimeFigureOut">
              <a:rPr lang="en-US" smtClean="0"/>
              <a:t>30-Sep-26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E1EC5-24C2-66E8-4A3A-31BC4976C3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AEA4C-D97D-15C8-AE1D-22056E7976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39A2B-7939-4E88-B803-61CDF8C8D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337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2.png"/><Relationship Id="rId10" Type="http://schemas.openxmlformats.org/officeDocument/2006/relationships/slide" Target="slide3.xml"/><Relationship Id="rId4" Type="http://schemas.openxmlformats.org/officeDocument/2006/relationships/slide" Target="slide4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4AFA3BB-034F-ADB2-9B7C-4CB0BD417979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BFDDE518-5ED2-1A60-F47E-94C55188FD3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8163479"/>
                  </p:ext>
                </p:extLst>
              </p:nvPr>
            </p:nvGraphicFramePr>
            <p:xfrm>
              <a:off x="0" y="3429000"/>
              <a:ext cx="6096000" cy="3429000"/>
            </p:xfrm>
            <a:graphic>
              <a:graphicData uri="http://schemas.microsoft.com/office/powerpoint/2016/slidezoom">
                <pslz:sldZm>
                  <pslz:sldZmObj sldId="256" cId="1677801744">
                    <pslz:zmPr id="{23EAD0C9-D402-4E50-9844-49594F17FE62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096000" cy="342900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Slide Zoom 4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BFDDE518-5ED2-1A60-F47E-94C55188FD3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429000"/>
                <a:ext cx="6096000" cy="3429000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E6E5B9BA-6819-6919-70F1-15E6E1EB4E7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65777028"/>
                  </p:ext>
                </p:extLst>
              </p:nvPr>
            </p:nvGraphicFramePr>
            <p:xfrm>
              <a:off x="0" y="1"/>
              <a:ext cx="6096000" cy="3429000"/>
            </p:xfrm>
            <a:graphic>
              <a:graphicData uri="http://schemas.microsoft.com/office/powerpoint/2016/slidezoom">
                <pslz:sldZm>
                  <pslz:sldZmObj sldId="257" cId="1538424947">
                    <pslz:zmPr id="{2594E232-FC71-429D-A622-B75CCD98F411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096000" cy="342900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7" name="Slide Zoom 6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E6E5B9BA-6819-6919-70F1-15E6E1EB4E7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1"/>
                <a:ext cx="6096000" cy="3429000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9" name="Slide Zoom 8">
                <a:extLst>
                  <a:ext uri="{FF2B5EF4-FFF2-40B4-BE49-F238E27FC236}">
                    <a16:creationId xmlns:a16="http://schemas.microsoft.com/office/drawing/2014/main" id="{ECA1B99A-85C5-CDCF-01FB-B67CC2E2916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40487038"/>
                  </p:ext>
                </p:extLst>
              </p:nvPr>
            </p:nvGraphicFramePr>
            <p:xfrm>
              <a:off x="6095999" y="3429000"/>
              <a:ext cx="6095999" cy="3429000"/>
            </p:xfrm>
            <a:graphic>
              <a:graphicData uri="http://schemas.microsoft.com/office/powerpoint/2016/slidezoom">
                <pslz:sldZm>
                  <pslz:sldZmObj sldId="259" cId="3876198992">
                    <pslz:zmPr id="{7A2410C6-A956-4DE8-9525-00BE448E0D6E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095999" cy="342900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9" name="Slide Zoom 8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ECA1B99A-85C5-CDCF-01FB-B67CC2E2916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95999" y="3429000"/>
                <a:ext cx="6095999" cy="3429000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21" name="Slide Zoom 20">
                <a:extLst>
                  <a:ext uri="{FF2B5EF4-FFF2-40B4-BE49-F238E27FC236}">
                    <a16:creationId xmlns:a16="http://schemas.microsoft.com/office/drawing/2014/main" id="{B4E23A16-E21E-F76C-F657-50C0149D3F7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50727575"/>
                  </p:ext>
                </p:extLst>
              </p:nvPr>
            </p:nvGraphicFramePr>
            <p:xfrm>
              <a:off x="6096000" y="0"/>
              <a:ext cx="6096000" cy="3429000"/>
            </p:xfrm>
            <a:graphic>
              <a:graphicData uri="http://schemas.microsoft.com/office/powerpoint/2016/slidezoom">
                <pslz:sldZm>
                  <pslz:sldZmObj sldId="260" cId="333777075">
                    <pslz:zmPr id="{3F6AAA47-4070-4981-84C5-A3B1356720F0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096000" cy="342900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21" name="Slide Zoom 20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B4E23A16-E21E-F76C-F657-50C0149D3F7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96000" y="0"/>
                <a:ext cx="6096000" cy="3429000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7228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"/>
    </mc:Choice>
    <mc:Fallback>
      <p:transition spd="slow" advClick="0" advTm="6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6">
                <a:lumMod val="50000"/>
              </a:schemeClr>
            </a:gs>
            <a:gs pos="0">
              <a:srgbClr val="002060"/>
            </a:gs>
            <a:gs pos="0">
              <a:schemeClr val="tx1">
                <a:lumMod val="95000"/>
                <a:lumOff val="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6ADA2-C554-3DEE-372B-4D8E4034E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5B537-AAD1-2D30-B9C3-159D30F266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701" y="690629"/>
            <a:ext cx="6826786" cy="547674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Loren no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sulfer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ajj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lo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iop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poi koi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yej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koi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jusjs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j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hd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ius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eiih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ksh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gdch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sshus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dhuhua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uhuihd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iiuhs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huhdg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skjh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iudh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uahdud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dhdd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iuhiudh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dihduihdu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ddu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dh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dhuidhd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idc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dcdhd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cd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dhd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 dh d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dw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d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dwhcuiduu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chdw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dwc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dwchud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wcdc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udcydyc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duc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dcdcdy</a:t>
            </a:r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E633DB-5784-9937-FA7F-DCFF7FF1D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2140" y="883626"/>
            <a:ext cx="6253908" cy="1374832"/>
          </a:xfrm>
        </p:spPr>
        <p:txBody>
          <a:bodyPr>
            <a:normAutofit/>
          </a:bodyPr>
          <a:lstStyle/>
          <a:p>
            <a:r>
              <a:rPr lang="en-US" sz="4400" dirty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tx1">
                        <a:lumMod val="75000"/>
                        <a:lumOff val="25000"/>
                      </a:schemeClr>
                    </a:gs>
                    <a:gs pos="24000">
                      <a:schemeClr val="accent2">
                        <a:lumMod val="40000"/>
                        <a:lumOff val="60000"/>
                      </a:schemeClr>
                    </a:gs>
                    <a:gs pos="100000">
                      <a:schemeClr val="accent1">
                        <a:lumMod val="50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Zubayer Zisan</a:t>
            </a:r>
          </a:p>
        </p:txBody>
      </p:sp>
      <p:sp>
        <p:nvSpPr>
          <p:cNvPr id="4" name="Teardrop 3">
            <a:extLst>
              <a:ext uri="{FF2B5EF4-FFF2-40B4-BE49-F238E27FC236}">
                <a16:creationId xmlns:a16="http://schemas.microsoft.com/office/drawing/2014/main" id="{48E8AAFF-1C22-1C24-283B-226850BF6B40}"/>
              </a:ext>
            </a:extLst>
          </p:cNvPr>
          <p:cNvSpPr/>
          <p:nvPr/>
        </p:nvSpPr>
        <p:spPr>
          <a:xfrm rot="5400000">
            <a:off x="8027624" y="2693625"/>
            <a:ext cx="4175392" cy="4153359"/>
          </a:xfrm>
          <a:prstGeom prst="teardrop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0">
                <a:schemeClr val="tx1">
                  <a:lumMod val="95000"/>
                  <a:lumOff val="5000"/>
                </a:schemeClr>
              </a:gs>
              <a:gs pos="100000">
                <a:srgbClr val="00B05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40" rtlCol="0" anchor="ctr"/>
          <a:lstStyle/>
          <a:p>
            <a:pPr algn="ctr"/>
            <a:r>
              <a:rPr lang="en-US" sz="6000" dirty="0">
                <a:gradFill flip="none" rotWithShape="1">
                  <a:gsLst>
                    <a:gs pos="95000">
                      <a:srgbClr val="3E3F40"/>
                    </a:gs>
                    <a:gs pos="100000">
                      <a:srgbClr val="919395"/>
                    </a:gs>
                    <a:gs pos="91000">
                      <a:srgbClr val="616264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  <a:gs pos="0">
                      <a:srgbClr val="FFFF00"/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2700000" scaled="1"/>
                  <a:tileRect/>
                </a:gradFill>
              </a:rPr>
              <a:t>Zisan</a:t>
            </a:r>
          </a:p>
        </p:txBody>
      </p:sp>
    </p:spTree>
    <p:extLst>
      <p:ext uri="{BB962C8B-B14F-4D97-AF65-F5344CB8AC3E}">
        <p14:creationId xmlns:p14="http://schemas.microsoft.com/office/powerpoint/2010/main" val="1538424947"/>
      </p:ext>
    </p:extLst>
  </p:cSld>
  <p:clrMapOvr>
    <a:masterClrMapping/>
  </p:clrMapOvr>
  <p:transition spd="slow" advClick="0" advTm="600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tx1">
                <a:lumMod val="95000"/>
                <a:lumOff val="5000"/>
              </a:schemeClr>
            </a:gs>
            <a:gs pos="48000">
              <a:srgbClr val="24244A"/>
            </a:gs>
            <a:gs pos="24000">
              <a:srgbClr val="3A3A86"/>
            </a:gs>
            <a:gs pos="0">
              <a:srgbClr val="6666F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FC52EE-EDD5-3CF1-3E7E-8EF3227FA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67456-F573-77A5-54CA-1D464810A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5214" y="1098253"/>
            <a:ext cx="6826786" cy="547674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Loren no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sulfer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ajj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lo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iop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poi koi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yej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koi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jusjs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j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hd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ius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eiih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ksh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gdch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sshus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dhuhua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uhuihd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iiuhs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huhdg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skjh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iudh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uahdud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dhdd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iuhiudh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dihduihdu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ddu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dh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dhuidhd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idc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dcdhd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cd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dhd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 dh d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dw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d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dwhcuiduu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chdw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dwc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dwchud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wcdc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udcydyc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duc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dcdcdy</a:t>
            </a:r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8BAE0A-3709-D607-9BD5-CC10B845A4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653" y="1098253"/>
            <a:ext cx="6253908" cy="1374832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MD Jarif</a:t>
            </a:r>
          </a:p>
        </p:txBody>
      </p:sp>
      <p:sp>
        <p:nvSpPr>
          <p:cNvPr id="4" name="Teardrop 3">
            <a:extLst>
              <a:ext uri="{FF2B5EF4-FFF2-40B4-BE49-F238E27FC236}">
                <a16:creationId xmlns:a16="http://schemas.microsoft.com/office/drawing/2014/main" id="{BAD7C869-3281-5854-D4A0-7E3BA8BB5645}"/>
              </a:ext>
            </a:extLst>
          </p:cNvPr>
          <p:cNvSpPr/>
          <p:nvPr/>
        </p:nvSpPr>
        <p:spPr>
          <a:xfrm rot="10800000">
            <a:off x="0" y="2803793"/>
            <a:ext cx="4175392" cy="4153359"/>
          </a:xfrm>
          <a:prstGeom prst="teardrop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64000">
                <a:srgbClr val="15145E"/>
              </a:gs>
              <a:gs pos="100000">
                <a:srgbClr val="1F1BBB">
                  <a:lumMod val="9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US" sz="6000" dirty="0">
              <a:gradFill flip="none" rotWithShape="1">
                <a:gsLst>
                  <a:gs pos="99000">
                    <a:srgbClr val="3E3F40"/>
                  </a:gs>
                  <a:gs pos="100000">
                    <a:srgbClr val="919395"/>
                  </a:gs>
                  <a:gs pos="91000">
                    <a:srgbClr val="616264"/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  <a:gs pos="0">
                    <a:srgbClr val="FFFF00"/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B98E94-2B67-DF5D-0D0A-D7735A0755C7}"/>
              </a:ext>
            </a:extLst>
          </p:cNvPr>
          <p:cNvSpPr txBox="1"/>
          <p:nvPr/>
        </p:nvSpPr>
        <p:spPr>
          <a:xfrm>
            <a:off x="952958" y="4252510"/>
            <a:ext cx="22694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err="1">
                <a:gradFill>
                  <a:gsLst>
                    <a:gs pos="99000">
                      <a:srgbClr val="3E3F40"/>
                    </a:gs>
                    <a:gs pos="81000">
                      <a:srgbClr val="822829"/>
                    </a:gs>
                    <a:gs pos="51000">
                      <a:srgbClr val="AA1B1C"/>
                    </a:gs>
                    <a:gs pos="29000">
                      <a:srgbClr val="CA1112"/>
                    </a:gs>
                    <a:gs pos="4598">
                      <a:srgbClr val="FF0000"/>
                    </a:gs>
                    <a:gs pos="100000">
                      <a:srgbClr val="919395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2700000" scaled="1"/>
                </a:gradFill>
              </a:rPr>
              <a:t>Abbu</a:t>
            </a:r>
            <a:endParaRPr lang="en-US" sz="6000" dirty="0">
              <a:gradFill>
                <a:gsLst>
                  <a:gs pos="99000">
                    <a:srgbClr val="3E3F40"/>
                  </a:gs>
                  <a:gs pos="81000">
                    <a:srgbClr val="822829"/>
                  </a:gs>
                  <a:gs pos="51000">
                    <a:srgbClr val="AA1B1C"/>
                  </a:gs>
                  <a:gs pos="29000">
                    <a:srgbClr val="CA1112"/>
                  </a:gs>
                  <a:gs pos="4598">
                    <a:srgbClr val="FF0000"/>
                  </a:gs>
                  <a:gs pos="100000">
                    <a:srgbClr val="919395"/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27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33777075"/>
      </p:ext>
    </p:extLst>
  </p:cSld>
  <p:clrMapOvr>
    <a:masterClrMapping/>
  </p:clrMapOvr>
  <p:transition spd="slow" advClick="0" advTm="600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000">
              <a:schemeClr val="tx1">
                <a:lumMod val="95000"/>
                <a:lumOff val="5000"/>
              </a:schemeClr>
            </a:gs>
            <a:gs pos="58000">
              <a:srgbClr val="37140B"/>
            </a:gs>
            <a:gs pos="80000">
              <a:srgbClr val="6C1C08"/>
            </a:gs>
            <a:gs pos="100000">
              <a:srgbClr val="FF330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1A762-385C-6D76-7487-F1BC6D1FFB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701" y="690629"/>
            <a:ext cx="6826786" cy="5476741"/>
          </a:xfrm>
        </p:spPr>
        <p:txBody>
          <a:bodyPr>
            <a:normAutofit/>
          </a:bodyPr>
          <a:lstStyle/>
          <a:p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Loren no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sulfer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ajj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lo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iop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poi koi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yej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koi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jusjs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j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hd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ius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eiih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ksh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gdch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sshus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dhuhua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uhuihd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iiuhs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huhdg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skjh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iudh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uahdud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dhdd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iuhiudh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dihduihdu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ddu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dh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dhuidhd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idc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dcdhd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cd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dhd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 dh d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dw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d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dwhcuiduu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chdw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dwc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dwchud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wcdc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udcydyc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duc</a:t>
            </a:r>
            <a:r>
              <a:rPr lang="en-US" sz="3600" dirty="0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 </a:t>
            </a:r>
            <a:r>
              <a:rPr lang="en-US" sz="3600" dirty="0" err="1">
                <a:gradFill>
                  <a:gsLst>
                    <a:gs pos="43000">
                      <a:srgbClr val="C9C6C6"/>
                    </a:gs>
                    <a:gs pos="9000">
                      <a:schemeClr val="bg1"/>
                    </a:gs>
                    <a:gs pos="100000">
                      <a:schemeClr val="bg2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</a:gradFill>
              </a:rPr>
              <a:t>dcdcdy</a:t>
            </a:r>
            <a:endParaRPr lang="en-US" sz="3600" dirty="0">
              <a:gradFill>
                <a:gsLst>
                  <a:gs pos="43000">
                    <a:srgbClr val="C9C6C6"/>
                  </a:gs>
                  <a:gs pos="9000">
                    <a:schemeClr val="bg1"/>
                  </a:gs>
                  <a:gs pos="100000">
                    <a:schemeClr val="bg2">
                      <a:lumMod val="75000"/>
                    </a:schemeClr>
                  </a:gs>
                </a:gsLst>
                <a:path path="circle">
                  <a:fillToRect l="100000" t="100000"/>
                </a:path>
              </a:gra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828949-D7E1-3D6D-C38B-6A7086DF1D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2140" y="883626"/>
            <a:ext cx="6253908" cy="1374832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MD Jarif</a:t>
            </a:r>
          </a:p>
        </p:txBody>
      </p:sp>
      <p:sp>
        <p:nvSpPr>
          <p:cNvPr id="4" name="Teardrop 3">
            <a:extLst>
              <a:ext uri="{FF2B5EF4-FFF2-40B4-BE49-F238E27FC236}">
                <a16:creationId xmlns:a16="http://schemas.microsoft.com/office/drawing/2014/main" id="{BD1A0910-E596-4718-1700-969A8E8F7793}"/>
              </a:ext>
            </a:extLst>
          </p:cNvPr>
          <p:cNvSpPr/>
          <p:nvPr/>
        </p:nvSpPr>
        <p:spPr>
          <a:xfrm>
            <a:off x="8016608" y="0"/>
            <a:ext cx="4175392" cy="4153359"/>
          </a:xfrm>
          <a:prstGeom prst="teardrop">
            <a:avLst/>
          </a:prstGeom>
          <a:gradFill flip="none" rotWithShape="1">
            <a:gsLst>
              <a:gs pos="60000">
                <a:srgbClr val="90494B"/>
              </a:gs>
              <a:gs pos="38000">
                <a:srgbClr val="C46164"/>
              </a:gs>
              <a:gs pos="84000">
                <a:srgbClr val="3A2222"/>
              </a:gs>
              <a:gs pos="100000">
                <a:schemeClr val="tx1">
                  <a:lumMod val="95000"/>
                  <a:lumOff val="5000"/>
                </a:schemeClr>
              </a:gs>
              <a:gs pos="4000">
                <a:srgbClr val="FF7C8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gradFill flip="none" rotWithShape="1">
                  <a:gsLst>
                    <a:gs pos="84497">
                      <a:srgbClr val="151356"/>
                    </a:gs>
                    <a:gs pos="40000">
                      <a:srgbClr val="151358"/>
                    </a:gs>
                    <a:gs pos="14000">
                      <a:srgbClr val="191784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  <a:gs pos="69000">
                      <a:srgbClr val="1F1BBB"/>
                    </a:gs>
                  </a:gsLst>
                  <a:lin ang="2700000" scaled="1"/>
                  <a:tileRect/>
                </a:gradFill>
              </a:rPr>
              <a:t>Jarif</a:t>
            </a:r>
          </a:p>
        </p:txBody>
      </p:sp>
    </p:spTree>
    <p:extLst>
      <p:ext uri="{BB962C8B-B14F-4D97-AF65-F5344CB8AC3E}">
        <p14:creationId xmlns:p14="http://schemas.microsoft.com/office/powerpoint/2010/main" val="1677801744"/>
      </p:ext>
    </p:extLst>
  </p:cSld>
  <p:clrMapOvr>
    <a:masterClrMapping/>
  </p:clrMapOvr>
  <p:transition spd="slow" advClick="0" advTm="600"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50"/>
            </a:gs>
            <a:gs pos="100000">
              <a:schemeClr val="tx1">
                <a:lumMod val="95000"/>
                <a:lumOff val="5000"/>
              </a:schemeClr>
            </a:gs>
            <a:gs pos="0">
              <a:srgbClr val="E0E020"/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0D1675-0C54-86FC-E08B-88CD143BB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320A3-1E04-48CE-3FE2-5FA893838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5214" y="1098253"/>
            <a:ext cx="6826786" cy="547674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Loren no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sulfer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ajj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lo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iop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poi koi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yej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koi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jusjs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j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hd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ius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eiih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ksh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gdch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sshus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dhuhua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uhuihd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iiuhs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huhdg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skjh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iudh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uahdud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dhdd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iuhiudh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dihduihdu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ddu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dh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dhuidhd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idc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dcdhd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cd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dhd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 dh d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dw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d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dwhcuiduu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chdw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dwc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dwchud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wcdc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udcydyc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duc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dcdcdy</a:t>
            </a:r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010D1A-285A-5601-6DC2-337C70A4D7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653" y="1098253"/>
            <a:ext cx="6253908" cy="1374832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MD Jarif</a:t>
            </a:r>
          </a:p>
        </p:txBody>
      </p:sp>
      <p:sp>
        <p:nvSpPr>
          <p:cNvPr id="4" name="Teardrop 3">
            <a:extLst>
              <a:ext uri="{FF2B5EF4-FFF2-40B4-BE49-F238E27FC236}">
                <a16:creationId xmlns:a16="http://schemas.microsoft.com/office/drawing/2014/main" id="{2F149F40-A659-3E35-9D65-6953EBA580B6}"/>
              </a:ext>
            </a:extLst>
          </p:cNvPr>
          <p:cNvSpPr/>
          <p:nvPr/>
        </p:nvSpPr>
        <p:spPr>
          <a:xfrm rot="16200000">
            <a:off x="-11016" y="55085"/>
            <a:ext cx="4175392" cy="4153359"/>
          </a:xfrm>
          <a:prstGeom prst="teardrop">
            <a:avLst/>
          </a:prstGeom>
          <a:gradFill flip="none" rotWithShape="1">
            <a:gsLst>
              <a:gs pos="42000">
                <a:srgbClr val="565108"/>
              </a:gs>
              <a:gs pos="78000">
                <a:srgbClr val="847B05"/>
              </a:gs>
              <a:gs pos="0">
                <a:schemeClr val="tx1">
                  <a:lumMod val="95000"/>
                  <a:lumOff val="5000"/>
                </a:schemeClr>
              </a:gs>
              <a:gs pos="100000">
                <a:srgbClr val="D6C7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6000" dirty="0">
                <a:gradFill flip="none" rotWithShape="1">
                  <a:gsLst>
                    <a:gs pos="99000">
                      <a:srgbClr val="3E3F40"/>
                    </a:gs>
                    <a:gs pos="100000">
                      <a:srgbClr val="919395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  <a:gs pos="71000">
                      <a:srgbClr val="2F5C44"/>
                    </a:gs>
                    <a:gs pos="44000">
                      <a:srgbClr val="1F7848"/>
                    </a:gs>
                    <a:gs pos="15000">
                      <a:srgbClr val="00B050"/>
                    </a:gs>
                  </a:gsLst>
                  <a:lin ang="2700000" scaled="1"/>
                  <a:tileRect/>
                </a:gradFill>
              </a:rPr>
              <a:t>Jarif</a:t>
            </a:r>
          </a:p>
        </p:txBody>
      </p:sp>
    </p:spTree>
    <p:extLst>
      <p:ext uri="{BB962C8B-B14F-4D97-AF65-F5344CB8AC3E}">
        <p14:creationId xmlns:p14="http://schemas.microsoft.com/office/powerpoint/2010/main" val="3876198992"/>
      </p:ext>
    </p:extLst>
  </p:cSld>
  <p:clrMapOvr>
    <a:masterClrMapping/>
  </p:clrMapOvr>
  <p:transition spd="slow" advTm="600"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201</Words>
  <Application>Microsoft Office PowerPoint</Application>
  <PresentationFormat>Widescreen</PresentationFormat>
  <Paragraphs>13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Loren no sulfer ajj lo iop poi koi yej koi jusjs j hd ius eiih ksh gdch sshus dhuhua uhuihd iiuhs huhdg skjh iudh uahdud dhdd iuhiudh dihduihdu ddu dh dhuidhd idc dcdhd cd dhd  dh d dw d dwhcuiduu chdw dwc dwchud wcdc udcydyc duc dcdcdy</vt:lpstr>
      <vt:lpstr>Loren no sulfer ajj lo iop poi koi yej koi jusjs j hd ius eiih ksh gdch sshus dhuhua uhuihd iiuhs huhdg skjh iudh uahdud dhdd iuhiudh dihduihdu ddu dh dhuidhd idc dcdhd cd dhd  dh d dw d dwhcuiduu chdw dwc dwchud wcdc udcydyc duc dcdcdy</vt:lpstr>
      <vt:lpstr>Loren no sulfer ajj lo iop poi koi yej koi jusjs j hd ius eiih ksh gdch sshus dhuhua uhuihd iiuhs huhdg skjh iudh uahdud dhdd iuhiudh dihduihdu ddu dh dhuidhd idc dcdhd cd dhd  dh d dw d dwhcuiduu chdw dwc dwchud wcdc udcydyc duc dcdcdy</vt:lpstr>
      <vt:lpstr>Loren no sulfer ajj lo iop poi koi yej koi jusjs j hd ius eiih ksh gdch sshus dhuhua uhuihd iiuhs huhdg skjh iudh uahdud dhdd iuhiudh dihduihdu ddu dh dhuidhd idc dcdhd cd dhd  dh d dw d dwhcuiduu chdw dwc dwchud wcdc udcydyc duc dcdcdy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Rafiqul Islam</dc:creator>
  <cp:lastModifiedBy>Rafiqul Islam</cp:lastModifiedBy>
  <cp:revision>1</cp:revision>
  <dcterms:created xsi:type="dcterms:W3CDTF">2026-09-30T15:32:14Z</dcterms:created>
  <dcterms:modified xsi:type="dcterms:W3CDTF">2026-09-30T16:18:30Z</dcterms:modified>
</cp:coreProperties>
</file>